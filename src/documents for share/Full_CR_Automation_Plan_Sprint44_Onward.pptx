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Automation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CR9 Retrospective &amp; Full CR Plan – starting Sprint 44 (Sep 23,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Sprints: 2 weeks. Sprint 44 starts Sep 23, 2025.</a:t>
            </a:r>
          </a:p>
          <a:p>
            <a:r>
              <a:t>CR9 completed May–Aug 2025. Next CRs: 32,6,24,25,29,11 then rest by volume.</a:t>
            </a:r>
          </a:p>
          <a:p>
            <a:r>
              <a:t>KT: 30 minutes (~0.5 team-day) before each new CR.</a:t>
            </a:r>
          </a:p>
          <a:p>
            <a:r>
              <a:t>Include ~20% effort for test case creation before automation.</a:t>
            </a:r>
          </a:p>
          <a:p>
            <a:r>
              <a:t>Maintenance: 0.5 day reserved each Friday; App downtime: Oct 21 &amp; Nov 18, 2025.</a:t>
            </a:r>
          </a:p>
          <a:p>
            <a:r>
              <a:t>US Holidays (2025): Oct 13, Nov 11, Nov 27–28, Dec 25.</a:t>
            </a:r>
          </a:p>
          <a:p>
            <a:r>
              <a:t>Planned sick days: MJ Oct 7; Mohammed Nov 5; Vizarat Dec 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 Inventory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5636">
                <a:tc>
                  <a:txBody>
                    <a:bodyPr/>
                    <a:lstStyle/>
                    <a:p>
                      <a:r>
                        <a:t>CR Related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2938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1071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Print Blank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Plan (Next 6 Sprints)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53142">
                <a:tc>
                  <a:txBody>
                    <a:bodyPr/>
                    <a:lstStyle/>
                    <a:p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MJ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Mohammed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Vizarat TCs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44 (Sep 23–Oct 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CR32:86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45 (Oct 07–Oct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CR32:66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46 (Oct 21–Nov 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CR32:76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47 (Nov 04–Nov 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CR32:66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48 (Nov 18–Dec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CR32:20; CR6:40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23.0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t>Sprint 49 (Dec 02–Dec 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CR6:76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Plan (Sprints 50+)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53142">
                <a:tc>
                  <a:txBody>
                    <a:bodyPr/>
                    <a:lstStyle/>
                    <a:p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MJ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Mohammed 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Vizarat TCs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50 (Dec 16–Dec 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CR6:76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51 (Dec 30–Jan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CR6:40; CR24:2; CR25:11; CR29:24; CR11:8; CRGrand Total:1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52 (Jan 13–Jan 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CRGrand Total:86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53 (Jan 27–Feb 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CRGrand Total:86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Sprint 54 (Feb 10–Feb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CRGrand Total:86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t>Sprint 55 (Feb 24–Mar 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CRGrand Total:86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Notes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MJ ~60% allocation, Mohammed &amp; Vizarat ~100%.</a:t>
            </a:r>
          </a:p>
          <a:p>
            <a:r>
              <a:t>Test case creation time factored into every sprint.</a:t>
            </a:r>
          </a:p>
          <a:p>
            <a:r>
              <a:t>Sprint numbering continues from 44 onward.</a:t>
            </a:r>
          </a:p>
          <a:p>
            <a:r>
              <a:t>Adjustments can be made as actual sick days/downtime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