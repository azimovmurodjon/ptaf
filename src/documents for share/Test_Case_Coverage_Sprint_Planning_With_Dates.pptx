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Case Coverage and Sprint Planning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for: Management Team</a:t>
            </a:r>
          </a:p>
          <a:p>
            <a:r>
              <a:t>Date: 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Completed CRs (May–August), except CR 9 (in progress)</a:t>
            </a:r>
          </a:p>
          <a:p>
            <a:r>
              <a:t>- Upcoming focus: CR 32, CR 6, CR 24, CR 25, CR 29, CR 11</a:t>
            </a:r>
          </a:p>
          <a:p>
            <a:r>
              <a:t>- Team: MJ (50–70%), Mohammed (100%), Vizarat (100%)</a:t>
            </a:r>
          </a:p>
          <a:p>
            <a:r>
              <a:t>- Constraints: KT sessions, app downtimes, holidays, sick days</a:t>
            </a:r>
          </a:p>
          <a:p>
            <a:r>
              <a:t>- Plan: Gradual ramp-up, not all test cases will finish in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Completed Work (May–August)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All CRs completed except CR 9 (~1,071 test cases)</a:t>
            </a:r>
          </a:p>
          <a:p>
            <a:r>
              <a:t>- CR 9 still ongoing but mostly automated</a:t>
            </a:r>
          </a:p>
          <a:p>
            <a:r>
              <a:t>- Provides strong baseline for new CRs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44 (Sep 22 – Oct 3,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 32 → 20 cases</a:t>
            </a:r>
          </a:p>
          <a:p>
            <a:r>
              <a:t>- CR 6 → 20 cases</a:t>
            </a:r>
          </a:p>
          <a:p>
            <a:r>
              <a:t>- Total: ~40 cases</a:t>
            </a:r>
          </a:p>
          <a:p>
            <a:r>
              <a:t>Focus: Kick-off, KT sessions, environment readiness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45 (Oct 6 – Oct 17,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 32 → 25 cases</a:t>
            </a:r>
          </a:p>
          <a:p>
            <a:r>
              <a:t>- CR 6 → 25 cases</a:t>
            </a:r>
          </a:p>
          <a:p>
            <a:r>
              <a:t>- Total: ~50 cases</a:t>
            </a:r>
          </a:p>
          <a:p>
            <a:r>
              <a:t>Focus: Continue KT + gradual coverage increase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46 (Oct 20 – Oct 31,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 32 → 30 cases</a:t>
            </a:r>
          </a:p>
          <a:p>
            <a:r>
              <a:t>- CR 24 → 20 cases</a:t>
            </a:r>
          </a:p>
          <a:p>
            <a:r>
              <a:t>- Total: ~50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47 (Nov 3 – Nov 14,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 25 → 30 cases</a:t>
            </a:r>
          </a:p>
          <a:p>
            <a:r>
              <a:t>- CR 32 → 20 cases</a:t>
            </a:r>
          </a:p>
          <a:p>
            <a:r>
              <a:t>- Total: ~50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48 (Nov 17 – Nov 28,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 25 → 40 cases</a:t>
            </a:r>
          </a:p>
          <a:p>
            <a:r>
              <a:t>- CR 29 → 10 cases</a:t>
            </a:r>
          </a:p>
          <a:p>
            <a:r>
              <a:t>- Total: ~50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49 (Dec 1 – Dec 12,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 25 → 40 cases</a:t>
            </a:r>
          </a:p>
          <a:p>
            <a:r>
              <a:t>- CR 11 → 10 cases</a:t>
            </a:r>
          </a:p>
          <a:p>
            <a:r>
              <a:t>- Total: ~50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50 (Dec 15 – Dec 26, 2025, Holiday Sprint)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 25 cleanup → 20 cases</a:t>
            </a:r>
          </a:p>
          <a:p>
            <a:r>
              <a:t>- KT / Documentation focus</a:t>
            </a:r>
          </a:p>
          <a:p>
            <a:r>
              <a:t>- Total: ~20 cases</a:t>
            </a:r>
          </a:p>
          <a:p>
            <a:r>
              <a:t>Limited productivity due to holidays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51 (Jan 5 – Jan 16,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 25 remainder → 40 cases</a:t>
            </a:r>
          </a:p>
          <a:p>
            <a:r>
              <a:t>- Additional CRs if ready</a:t>
            </a:r>
          </a:p>
          <a:p>
            <a:r>
              <a:t>- Total: ~40–50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52 (Jan 19 – Jan 30,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 25 final wrap-up → 30 cases</a:t>
            </a:r>
          </a:p>
          <a:p>
            <a:r>
              <a:t>- Begin new CRs as prioritized</a:t>
            </a:r>
          </a:p>
          <a:p>
            <a:r>
              <a:t>- Total: ~40–50 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Remaining CR 25 completed by Jan 2026</a:t>
            </a:r>
          </a:p>
          <a:p>
            <a:r>
              <a:t>- New CRs prioritized after backlog reduction</a:t>
            </a:r>
          </a:p>
          <a:p>
            <a:r>
              <a:t>- Ramp-up to ~80–100 cases per sprint expected in Q1 2026</a:t>
            </a:r>
          </a:p>
          <a:p>
            <a:r>
              <a:t>- Increased efficiency after KT completion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Risks:</a:t>
            </a:r>
          </a:p>
          <a:p>
            <a:r>
              <a:t>- CR 9 spillover may impact new CRs</a:t>
            </a:r>
          </a:p>
          <a:p>
            <a:r>
              <a:t>- App downtimes, holidays, sick days reduce coverage</a:t>
            </a:r>
          </a:p>
          <a:p>
            <a:r>
              <a:t>- Learning curve for new CRs slows execution</a:t>
            </a:r>
          </a:p>
          <a:p/>
          <a:p>
            <a:r>
              <a:t>Assumptions:</a:t>
            </a:r>
          </a:p>
          <a:p>
            <a:r>
              <a:t>- KT sessions fixed at 30 mins/day</a:t>
            </a:r>
          </a:p>
          <a:p>
            <a:r>
              <a:t>- Realistic ramp-up in 2026</a:t>
            </a:r>
          </a:p>
          <a:p>
            <a:r>
              <a:t>- Team size remains constant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  <a:p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