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Test Case Coverage and Sprint Planning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Prepared for: Management Team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Date: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Completed CRs (May–August), except CR 9 (in progress)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Upcoming focus: CR 32, CR 6, CR 24, CR 25, CR 29, CR 11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Team: MJ (50–70%), Mohammed (100%), Vizarat (100%)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Constraints: KT sessions, app downtimes, holidays, sick days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Plan: Gradual ramp-up, not all test cases will finish in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Completed Work (May–August)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All CRs completed except CR 9 (~1,071 test cases)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9 still ongoing but mostly automated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Provides strong baseline for new CRs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44 (Sep 22 – Oct 3,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32 → 20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6 → 20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~40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Focus: Kick-off, KT sessions, environment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45 (Oct 6 – Oct 17,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32 → 25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6 → 25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~50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Focus: Continue KT + gradual coverage increase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46 (Oct 20 – Oct 31,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32 → 30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24 → 20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~50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47 (Nov 3 – Nov 14,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25 → 30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32 → 20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~50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48 (Nov 17 – Nov 28,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25 → 40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29 → 10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~50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49 (Dec 1 – Dec 12,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25 → 40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11 → 10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~50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50 (Dec 15 – Dec 26, 2025, Holiday Sprint)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25 cleanup → 20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KT / Documentation focus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~20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Limited productivity due to holidays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51 (Jan 5 – Jan 16,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25 remainder → 40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Additional CRs if ready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~40–50 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Sprint 52 (Jan 19 – Jan 30,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CR 25 final wrap-up → 30 cases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Begin new CRs as prioritized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Total: ~40–50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2026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- Remaining CR 25 completed by Jan 2026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New CRs prioritized after backlog reduction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Ramp-up to ~80–100 cases per sprint expected in Q1 2026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Increased efficiency after KT completion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Risks: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CR 9 spillover may impact new CRs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App downtimes, holidays, sick days reduce coverage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Learning curve for new CRs slows execution</a:t>
            </a:r>
          </a:p>
          <a:p/>
          <a:p>
            <a:r>
              <a:rPr sz="2000">
                <a:solidFill>
                  <a:srgbClr val="003366"/>
                </a:solidFill>
                <a:latin typeface="Calibri"/>
              </a:rPr>
              <a:t>Assumptions: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KT sessions fixed at 30 mins/day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Realistic ramp-up in 2026</a:t>
            </a:r>
          </a:p>
          <a:p>
            <a:r>
              <a:rPr sz="2000">
                <a:solidFill>
                  <a:srgbClr val="003366"/>
                </a:solidFill>
                <a:latin typeface="Calibri"/>
              </a:rPr>
              <a:t>- Team size remains constant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3366"/>
                </a:solidFill>
                <a:latin typeface="Calibri"/>
              </a:rPr>
              <a:t>Questions &amp; Discussion</a:t>
            </a:r>
          </a:p>
          <a:p/>
          <a:p>
            <a:r>
              <a:rPr sz="2000">
                <a:solidFill>
                  <a:srgbClr val="003366"/>
                </a:solidFill>
                <a:latin typeface="Calibr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