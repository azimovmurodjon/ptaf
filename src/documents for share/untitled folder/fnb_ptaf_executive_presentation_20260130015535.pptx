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94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558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261257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48" r="348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6</Words>
  <Application>Microsoft Macintosh PowerPoint</Application>
  <PresentationFormat>Widescreen</PresentationFormat>
  <Paragraphs>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Murodjon Azimov</cp:lastModifiedBy>
  <cp:revision>2</cp:revision>
  <dcterms:created xsi:type="dcterms:W3CDTF">2026-01-30T01:55:34Z</dcterms:created>
  <dcterms:modified xsi:type="dcterms:W3CDTF">2026-01-30T15:14:28Z</dcterms:modified>
</cp:coreProperties>
</file>