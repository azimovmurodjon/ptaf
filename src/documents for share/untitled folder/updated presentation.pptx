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9" r:id="rId3"/>
    <p:sldId id="256" r:id="rId4"/>
    <p:sldId id="264" r:id="rId5"/>
    <p:sldId id="258" r:id="rId6"/>
    <p:sldId id="262" r:id="rId7"/>
    <p:sldId id="263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668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65FB-445C-2926-4FAA-164A06B77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877DE-D827-1548-8A3F-DB77CDA5D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90F3C-8958-9018-3D48-45744A421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3A149-F192-66E5-4E38-AA6450439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724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1537-DD31-7EBB-881A-492E0F586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1207D-C5CE-EED6-BA61-09AA1DA288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8A48D-3068-BE77-1405-4B4818877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B92A9-FB39-B9E7-3465-2D1AFC7F4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71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1231A-5802-1E94-81AE-596131066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6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D085-313F-C0E2-17F8-2080CDC0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A559887-C151-F4AA-3408-36C3E67260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305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09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8EF83-26F9-C556-4C5B-75EC283A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chart&#10;&#10;AI-generated content may be incorrect.">
            <a:extLst>
              <a:ext uri="{FF2B5EF4-FFF2-40B4-BE49-F238E27FC236}">
                <a16:creationId xmlns:a16="http://schemas.microsoft.com/office/drawing/2014/main" id="{EBA43DBE-1E12-CAC0-0B9B-F19BA4768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3" y="128641"/>
            <a:ext cx="12004431" cy="655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01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89" r="389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</Words>
  <Application>Microsoft Macintosh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Murodjon Azimov</cp:lastModifiedBy>
  <cp:revision>2</cp:revision>
  <dcterms:created xsi:type="dcterms:W3CDTF">2026-02-09T15:06:45Z</dcterms:created>
  <dcterms:modified xsi:type="dcterms:W3CDTF">2026-02-09T17:45:43Z</dcterms:modified>
</cp:coreProperties>
</file>