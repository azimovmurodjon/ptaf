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523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Automation Framework Integration Planning Milestones">
            <a:extLst>
              <a:ext uri="{FF2B5EF4-FFF2-40B4-BE49-F238E27FC236}">
                <a16:creationId xmlns:a16="http://schemas.microsoft.com/office/drawing/2014/main" id="{C77B80CF-B924-F318-BC7F-5F84CC30A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Automation Framework Integration Planning Milestones">
            <a:extLst>
              <a:ext uri="{FF2B5EF4-FFF2-40B4-BE49-F238E27FC236}">
                <a16:creationId xmlns:a16="http://schemas.microsoft.com/office/drawing/2014/main" id="{A7134670-38B6-E861-DFC0-3A96ACC638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D85D5-F397-7374-B46F-37E2F1C6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0338"/>
            <a:ext cx="12192001" cy="692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4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Macintosh PowerPoint</Application>
  <PresentationFormat>Widescreen</PresentationFormat>
  <Paragraphs>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Murodjon Azimov</cp:lastModifiedBy>
  <cp:revision>2</cp:revision>
  <dcterms:created xsi:type="dcterms:W3CDTF">2026-02-17T20:21:00Z</dcterms:created>
  <dcterms:modified xsi:type="dcterms:W3CDTF">2026-04-06T17:34:45Z</dcterms:modified>
</cp:coreProperties>
</file>