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48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 logo with a hand shake and stars&#10;&#10;AI-generated content may be incorrect.">
            <a:extLst>
              <a:ext uri="{FF2B5EF4-FFF2-40B4-BE49-F238E27FC236}">
                <a16:creationId xmlns:a16="http://schemas.microsoft.com/office/drawing/2014/main" id="{A8DEF53E-E5A4-B7B2-DE41-742B31390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07716" cy="2405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 logo with a hand shake and stars&#10;&#10;AI-generated content may be incorrect.">
            <a:extLst>
              <a:ext uri="{FF2B5EF4-FFF2-40B4-BE49-F238E27FC236}">
                <a16:creationId xmlns:a16="http://schemas.microsoft.com/office/drawing/2014/main" id="{9A507B8C-A3B3-E9ED-CF8A-3751C1D9D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027" y="4423790"/>
            <a:ext cx="3651315" cy="2434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 logo with a hand shake and stars&#10;&#10;AI-generated content may be incorrect.">
            <a:extLst>
              <a:ext uri="{FF2B5EF4-FFF2-40B4-BE49-F238E27FC236}">
                <a16:creationId xmlns:a16="http://schemas.microsoft.com/office/drawing/2014/main" id="{483A95FE-4ABA-A4FD-173A-129CEE7DE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434" y="122548"/>
            <a:ext cx="2736522" cy="1824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</Words>
  <Application>Microsoft Macintosh PowerPoint</Application>
  <PresentationFormat>Widescreen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Murodjon Azimov</cp:lastModifiedBy>
  <cp:revision>3</cp:revision>
  <dcterms:created xsi:type="dcterms:W3CDTF">2026-02-18T20:02:48Z</dcterms:created>
  <dcterms:modified xsi:type="dcterms:W3CDTF">2026-02-18T22:56:23Z</dcterms:modified>
</cp:coreProperties>
</file>