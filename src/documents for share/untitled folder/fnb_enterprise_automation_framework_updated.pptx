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659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86C7A2-B9D8-155B-D063-D9D50309D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053444" cy="2035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E838A4-B208-5790-C874-0959B1B61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778558" cy="1185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2F212C-4247-A59D-B482-17FCC0A6D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273" y="717618"/>
            <a:ext cx="1658816" cy="11058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F085A3-8CF7-5F85-A9D4-B45B727F0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39" y="175007"/>
            <a:ext cx="1709057" cy="11393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F7725D-2112-8FAA-7130-AA7F95152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709" y="0"/>
            <a:ext cx="1759300" cy="11728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3963DF-BA1E-A900-FA9C-F3BD46F45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992" y="0"/>
            <a:ext cx="1808703" cy="12058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Macintosh PowerPoint</Application>
  <PresentationFormat>Widescreen</PresentationFormat>
  <Paragraphs>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Murodjon Azimov</cp:lastModifiedBy>
  <cp:revision>3</cp:revision>
  <dcterms:created xsi:type="dcterms:W3CDTF">2026-02-13T19:45:08Z</dcterms:created>
  <dcterms:modified xsi:type="dcterms:W3CDTF">2026-02-13T20:14:37Z</dcterms:modified>
</cp:coreProperties>
</file>